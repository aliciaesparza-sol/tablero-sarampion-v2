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457200"/>
            <a:ext cx="3380232" cy="548640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0"/>
            <a:ext cx="3380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¿QUÉ 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La Lesión Renal Aguda (LRA) es la disminución súbita de la función renal.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Ocurre en horas o días y puede ser reversible si se trata a tiempo.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3200400"/>
            <a:ext cx="3380232" cy="548640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" y="3200400"/>
            <a:ext cx="3380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PRINCIPALES CAUSAS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9319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Deshidratación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43484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Sepsis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93776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Choque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44068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Medicamentos nefrotóxicos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4552" y="457200"/>
            <a:ext cx="3380232" cy="548640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4552" y="457200"/>
            <a:ext cx="3380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SIGNOS Y SÍNTOMAS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7432" y="11887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Oliguria o anuria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7432" y="169164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Aumento rápido de peso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7432" y="219456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Edema generalizado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7432" y="269748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Fatiga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7432" y="320040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Confusión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7432" y="37033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Alteraciones electrolíticas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7664" y="457200"/>
            <a:ext cx="3380232" cy="548640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17664" y="457200"/>
            <a:ext cx="3380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CUIDADOS DE ENFERMERÍA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544" y="11887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Control estricto de signos vitales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0544" y="169164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Balance hídrico horario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544" y="219456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Monitorización de diuresis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0544" y="269748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Administración segura de líquidos y fármacos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0544" y="320040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Prevención de infecciones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0544" y="37033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Vigilancia de electrolitos</a:t>
            </a:r>
          </a:p>
        </p:txBody>
      </p:sp>
      <p:pic>
        <p:nvPicPr>
          <p:cNvPr id="28" name="Picture 27" descr="nur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424" y="50292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457200"/>
            <a:ext cx="3380232" cy="548640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0"/>
            <a:ext cx="3380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EDUCACIÓN AL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No automedicarse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Mantener hidratación adecuada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Reportar cambios en la orina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9748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Cumplir indicaciones médicas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20040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Asistir a seguimiento clínico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4552" y="457200"/>
            <a:ext cx="3380232" cy="548640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4552" y="457200"/>
            <a:ext cx="338023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¿CUÁNDO ACUDIR?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7432" y="118872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Disminución o ausencia de orina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7432" y="169164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Edema súbito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7432" y="219456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Dificultad respiratoria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7432" y="269748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Confusión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7432" y="3200400"/>
            <a:ext cx="301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• Náuseas o vómitos persistentes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68580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B71C1C"/>
                </a:solidFill>
              </a:defRPr>
            </a:pPr>
            <a:r>
              <a:t>SERVICIO DE ENFERMERÍA</a:t>
            </a:r>
          </a:p>
        </p:txBody>
      </p:sp>
      <p:pic>
        <p:nvPicPr>
          <p:cNvPr id="17" name="Picture 16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224" y="0"/>
            <a:ext cx="3563112" cy="756208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126224" y="0"/>
            <a:ext cx="3563112" cy="756208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9104" y="914400"/>
            <a:ext cx="319735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LESIÓN RENAL AGUDA</a:t>
            </a:r>
          </a:p>
          <a:p>
            <a:pPr algn="ctr">
              <a:defRPr sz="2200">
                <a:solidFill>
                  <a:srgbClr val="FFC8C8"/>
                </a:solidFill>
              </a:defRPr>
            </a:pPr>
            <a:r>
              <a:t>Cuidados de Enfermería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Atención oportuna • Vigilancia • Prevención</a:t>
            </a:r>
          </a:p>
          <a:p>
            <a:br/>
            <a:pPr algn="ctr">
              <a:defRPr sz="1800" b="1">
                <a:solidFill>
                  <a:srgbClr val="FFFFFF"/>
                </a:solidFill>
              </a:defRPr>
            </a:pPr>
            <a:r>
              <a:t>ALUMNA:</a:t>
            </a:r>
            <a:br/>
            <a:r>
              <a:t>Myriam Machado Arreola</a:t>
            </a:r>
          </a:p>
          <a:p>
            <a:br/>
            <a:pPr algn="ctr">
              <a:defRPr sz="1600" b="1">
                <a:solidFill>
                  <a:srgbClr val="FFFFFF"/>
                </a:solidFill>
              </a:defRPr>
            </a:pPr>
            <a:r>
              <a:t>SERVICIO DE ENFERMERÍA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