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ondo_presentacion_salud_aerea_17781035279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b="1" sz="4400">
                <a:solidFill>
                  <a:srgbClr val="FFFFFF"/>
                </a:solidFill>
              </a:defRPr>
            </a:pPr>
            <a:r>
              <a:t>ESTRATEGIA DE APOYO AÉREO</a:t>
            </a:r>
          </a:p>
          <a:p>
            <a:pPr algn="ctr">
              <a:defRPr sz="2800">
                <a:solidFill>
                  <a:srgbClr val="C8C8C8"/>
                </a:solidFill>
              </a:defRPr>
            </a:pPr>
            <a:r>
              <a:t>Operativo Mezquital 2026 - Plan de Vuelos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 la Estrategia Aérea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Garantizar el acceso a salud en zonas de difícil acceso.</a:t>
            </a:r>
          </a:p>
          <a:p>
            <a:r>
              <a:t>Optimización logística para el despliegue de Unidades Médicas PFAM.</a:t>
            </a:r>
          </a:p>
          <a:p>
            <a:r>
              <a:t>Coordinación efectiva entre Durango Capital y la Zona Indígena.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/>
            </a:pPr>
            <a:r>
              <a:t>Mapa de Operaciones: Mezquital</a:t>
            </a:r>
          </a:p>
        </p:txBody>
      </p:sp>
      <p:pic>
        <p:nvPicPr>
          <p:cNvPr id="3" name="Picture 2" descr="mapa_estrategia_aerea_mezquital_17781034768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73152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1: Despliegue (18 de Mayo de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08:00 AM: Salida de Durango hacia La Guajolota.</a:t>
            </a:r>
          </a:p>
          <a:p>
            <a:r>
              <a:t>TRASLADO 1: Posicionamiento de Unidad Médica PFAM en Potreros (3 integrantes e insumos).</a:t>
            </a:r>
          </a:p>
          <a:p>
            <a:r>
              <a:t>TRASLADO 2: Posicionamiento de Unidad Médica PFAM en Cihuacora.</a:t>
            </a:r>
          </a:p>
          <a:p>
            <a:r>
              <a:t>Retorno del equipo a Durango al finalizar el posicionamiento.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Operativo en Terreno (18-20 de Mayo)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Las Unidades Médicas PFAM permanecen 3 días en Potreros y Cihuacora.</a:t>
            </a:r>
          </a:p>
          <a:p>
            <a:r>
              <a:t>Actividades de salud, vacunación y atención integral.</a:t>
            </a:r>
          </a:p>
          <a:p>
            <a:r>
              <a:t>Equipos ESI inician actividades paralelas en las zonas asignadas.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Fase 2: Recuperación (20 de Mayo de 2026)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13:00 PM: Traslado de Durango hacia Cihuacora.</a:t>
            </a:r>
          </a:p>
          <a:p>
            <a:r>
              <a:t>RETORNO 1: Traslado de Cihuacora a La Guajolota. ESI continúa en Llanos de Jacalitos.</a:t>
            </a:r>
          </a:p>
          <a:p>
            <a:r>
              <a:t>RETORNO 2: Traslado de Potreros a La Guajolota. ESI continúa en Sombrero Quemado.</a:t>
            </a:r>
          </a:p>
          <a:p>
            <a:r>
              <a:t>Finalización: Cierre del Plan de Vuelos y retorno a Durango Capital.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de Impacto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Cobertura garantizada en comunidades remotas.</a:t>
            </a:r>
          </a:p>
          <a:p>
            <a:r>
              <a:t>Reducción de tiempos de traslado de 12 horas (terrestre) a minutos (aéreo).</a:t>
            </a:r>
          </a:p>
          <a:p>
            <a:r>
              <a:t>Eficiencia operativa y seguridad para el personal médico.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