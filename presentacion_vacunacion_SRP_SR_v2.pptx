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Detallado de Vacunación SRP-SR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Comparativa Estratégica 2025 vs 2026</a:t>
            </a:r>
          </a:p>
          <a:p>
            <a:r>
              <a:t>Informe de Productividad y Alcance</a:t>
            </a:r>
          </a:p>
          <a:p>
            <a:r>
              <a:t>Fuente: CENSIA / SRP-SR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Mensual: Comparativa de Productividad</a:t>
            </a:r>
          </a:p>
        </p:txBody>
      </p:sp>
      <p:pic>
        <p:nvPicPr>
          <p:cNvPr id="3" name="Picture 2" descr="chart_monthly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Explicación: Esta gráfica de barras permite contrastar el volumen de dosis aplicadas mes a mes. Ayuda a identificar patrones estacionales o periodos de intensificación en la vacunación entre 2025 y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Dosis por Día: Análisis de Fluctuación</a:t>
            </a:r>
          </a:p>
        </p:txBody>
      </p:sp>
      <p:pic>
        <p:nvPicPr>
          <p:cNvPr id="3" name="Picture 2" descr="chart_daily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Explicación: El gráfico de líneas muestra la actividad diaria registrada. Los picos representan jornadas de alta productividad o días de carga masiva de datos al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 Acumulado: Cumplimiento de Metas</a:t>
            </a:r>
          </a:p>
        </p:txBody>
      </p:sp>
      <p:pic>
        <p:nvPicPr>
          <p:cNvPr id="3" name="Picture 2" descr="chart_cumulative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Explicación: La curva acumulada indica la velocidad de cobertura. Una pendiente más pronunciada en 2026 respecto a 2025 sugeriría un avance más acelerado en la protección de la población.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Totales Generales de Vacunación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2860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Año de Gestión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Dosis Totales Registradas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175,602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437,193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