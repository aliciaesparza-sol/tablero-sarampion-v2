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4A0E1C"/>
                </a:solidFill>
              </a:defRPr>
            </a:pPr>
            <a:r>
              <a:t>CAMPAÑA DE VACUNACIÓN MASIVA</a:t>
            </a:r>
            <a:br/>
            <a:r>
              <a:t>INTERINSTITUCIONAL MARZO 2026</a:t>
            </a:r>
          </a:p>
          <a:p>
            <a:pPr algn="ctr">
              <a:defRPr sz="2400"/>
            </a:pPr>
            <a:r>
              <a:t>Presentación COEVA - Lunes 9 de Marzo,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Visión General de la 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Principios de Salud Pública y Medicina Preventiva.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Apego a lineamientos del Programa de Vacunación Universal.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Enfoque en vigilancia epidemiológica activa.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Recuperación de esquemas y vacunación estacional.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Estrategia Operacional: CFV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Implementación mediante Células Fijas de Vacunación (CFV).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Ubicación en instituciones universitarias estratégicas.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Capacidad adaptable: Habilitación de 3 a 10 células según demanda.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Flujo continuo y atención nominal digitalizada.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Macrocentros Universitarios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UJED (Psicología y Edificio Central)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Universidad Autónoma de Durango (Lobos)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Universidad Vizcaya de las Américas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Universidad Tecnológica de Durango (UTD)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Universidad Politécnica de Durango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• Fraccionamiento Río Dorado</a:t>
            </a:r>
          </a:p>
        </p:txBody>
      </p:sp>
      <p:pic>
        <p:nvPicPr>
          <p:cNvPr id="5" name="Picture 4" descr="mapa_3d_final_premium_durango_1772804606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3657600" cy="2918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Flujo Operacional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1. Acceso y Recepción: Flujo ordenado por accesos principales.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2. Registro Digital: Captura nominal en tiempo real (Meebox).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3. Valoración Médica: Evaluación situacional por profesional.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4. Aplicación: Administración de biológicos según esquema.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5. Observación: Vigilancia post-vacunación obligatoria.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Trazabilidad y Censo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Uso de dispositivos móviles y computadoras Meebox.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Captura simultánea en sistema central (Trazabilidad real).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Registro de datos nominales, biológico y lote.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Centro de captura alimentado en tiempo real desde las CFV.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Seguridad Médica y ESAVI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Sala de espera y observación (15 a 30 minutos).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Vigilancia activa de signos vitales.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Módulo de Revisión Médica (MRM) en cada sede.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Personal capacitado en reanimación y manejo de eventos críticos.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Soporte de Urgencias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Ambulancia en sitio durante toda la jornada.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Unidad de soporte adicional para traslados si es necesario.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Protocolo de referencia hospitalaria inmediata.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Garantía de continuidad en la atención médica.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Manejo de Red de Frío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Monitoreo continuo de temperatura en refrigeradores y termos.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Garantía de inmunogenicidad y eficacia de biológicos.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Estricto apego a la Norma Oficial Mexicana (NOM).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Supervisión por personal especializado en Red de Frío.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_1772817133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4A0E1C"/>
                </a:solidFill>
              </a:defRPr>
            </a:pPr>
            <a:r>
              <a:t>Responsables del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Dr. Moisés Nájera Torres - Secretario de Salud (SSD)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Dra. Citlali Solís Campos - Directora de Salud Pública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Dra. Aleida Ana Sánchez Monreal - Subdirectora Epidemiología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Dra. Alicia J. Esparza Aldaba - Resp. P.V.U.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L.E. Lourdes Saraí Alcantar Vargas - Resp. Red de Frío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