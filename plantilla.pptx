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2" r:id="rId2"/>
    <p:sldId id="336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Esparza" userId="65b59e52a21d66fc" providerId="LiveId" clId="{77D9749F-2829-4DDA-8524-4437C1C304D6}"/>
    <pc:docChg chg="undo custSel addSld delSld modSld">
      <pc:chgData name="Alicia Esparza" userId="65b59e52a21d66fc" providerId="LiveId" clId="{77D9749F-2829-4DDA-8524-4437C1C304D6}" dt="2026-04-04T22:44:37.875" v="17" actId="478"/>
      <pc:docMkLst>
        <pc:docMk/>
      </pc:docMkLst>
      <pc:sldChg chg="del">
        <pc:chgData name="Alicia Esparza" userId="65b59e52a21d66fc" providerId="LiveId" clId="{77D9749F-2829-4DDA-8524-4437C1C304D6}" dt="2026-04-04T22:44:24.971" v="11" actId="47"/>
        <pc:sldMkLst>
          <pc:docMk/>
          <pc:sldMk cId="2152905147" sldId="295"/>
        </pc:sldMkLst>
      </pc:sldChg>
      <pc:sldChg chg="del">
        <pc:chgData name="Alicia Esparza" userId="65b59e52a21d66fc" providerId="LiveId" clId="{77D9749F-2829-4DDA-8524-4437C1C304D6}" dt="2026-04-04T22:44:23.595" v="3" actId="47"/>
        <pc:sldMkLst>
          <pc:docMk/>
          <pc:sldMk cId="3329947355" sldId="303"/>
        </pc:sldMkLst>
      </pc:sldChg>
      <pc:sldChg chg="del">
        <pc:chgData name="Alicia Esparza" userId="65b59e52a21d66fc" providerId="LiveId" clId="{77D9749F-2829-4DDA-8524-4437C1C304D6}" dt="2026-04-04T22:44:23.929" v="5" actId="47"/>
        <pc:sldMkLst>
          <pc:docMk/>
          <pc:sldMk cId="2772296893" sldId="304"/>
        </pc:sldMkLst>
      </pc:sldChg>
      <pc:sldChg chg="del">
        <pc:chgData name="Alicia Esparza" userId="65b59e52a21d66fc" providerId="LiveId" clId="{77D9749F-2829-4DDA-8524-4437C1C304D6}" dt="2026-04-04T22:44:24.104" v="6" actId="47"/>
        <pc:sldMkLst>
          <pc:docMk/>
          <pc:sldMk cId="4194078595" sldId="305"/>
        </pc:sldMkLst>
      </pc:sldChg>
      <pc:sldChg chg="del">
        <pc:chgData name="Alicia Esparza" userId="65b59e52a21d66fc" providerId="LiveId" clId="{77D9749F-2829-4DDA-8524-4437C1C304D6}" dt="2026-04-04T22:44:23.770" v="4" actId="47"/>
        <pc:sldMkLst>
          <pc:docMk/>
          <pc:sldMk cId="2030365743" sldId="306"/>
        </pc:sldMkLst>
      </pc:sldChg>
      <pc:sldChg chg="del">
        <pc:chgData name="Alicia Esparza" userId="65b59e52a21d66fc" providerId="LiveId" clId="{77D9749F-2829-4DDA-8524-4437C1C304D6}" dt="2026-04-04T22:44:24.278" v="7" actId="47"/>
        <pc:sldMkLst>
          <pc:docMk/>
          <pc:sldMk cId="853948989" sldId="307"/>
        </pc:sldMkLst>
      </pc:sldChg>
      <pc:sldChg chg="del">
        <pc:chgData name="Alicia Esparza" userId="65b59e52a21d66fc" providerId="LiveId" clId="{77D9749F-2829-4DDA-8524-4437C1C304D6}" dt="2026-04-04T22:44:24.618" v="9" actId="47"/>
        <pc:sldMkLst>
          <pc:docMk/>
          <pc:sldMk cId="160145021" sldId="308"/>
        </pc:sldMkLst>
      </pc:sldChg>
      <pc:sldChg chg="del">
        <pc:chgData name="Alicia Esparza" userId="65b59e52a21d66fc" providerId="LiveId" clId="{77D9749F-2829-4DDA-8524-4437C1C304D6}" dt="2026-04-04T22:44:24.453" v="8" actId="47"/>
        <pc:sldMkLst>
          <pc:docMk/>
          <pc:sldMk cId="1214192099" sldId="309"/>
        </pc:sldMkLst>
      </pc:sldChg>
      <pc:sldChg chg="del">
        <pc:chgData name="Alicia Esparza" userId="65b59e52a21d66fc" providerId="LiveId" clId="{77D9749F-2829-4DDA-8524-4437C1C304D6}" dt="2026-04-04T22:44:24.796" v="10" actId="47"/>
        <pc:sldMkLst>
          <pc:docMk/>
          <pc:sldMk cId="2737647934" sldId="312"/>
        </pc:sldMkLst>
      </pc:sldChg>
      <pc:sldChg chg="del">
        <pc:chgData name="Alicia Esparza" userId="65b59e52a21d66fc" providerId="LiveId" clId="{77D9749F-2829-4DDA-8524-4437C1C304D6}" dt="2026-04-04T22:44:22.814" v="0" actId="47"/>
        <pc:sldMkLst>
          <pc:docMk/>
          <pc:sldMk cId="4202880349" sldId="326"/>
        </pc:sldMkLst>
      </pc:sldChg>
      <pc:sldChg chg="del">
        <pc:chgData name="Alicia Esparza" userId="65b59e52a21d66fc" providerId="LiveId" clId="{77D9749F-2829-4DDA-8524-4437C1C304D6}" dt="2026-04-04T22:44:23.216" v="1" actId="47"/>
        <pc:sldMkLst>
          <pc:docMk/>
          <pc:sldMk cId="4201217262" sldId="327"/>
        </pc:sldMkLst>
      </pc:sldChg>
      <pc:sldChg chg="addSp delSp modSp add del mod">
        <pc:chgData name="Alicia Esparza" userId="65b59e52a21d66fc" providerId="LiveId" clId="{77D9749F-2829-4DDA-8524-4437C1C304D6}" dt="2026-04-04T22:44:37.875" v="17" actId="478"/>
        <pc:sldMkLst>
          <pc:docMk/>
          <pc:sldMk cId="1183928205" sldId="336"/>
        </pc:sldMkLst>
        <pc:spChg chg="del">
          <ac:chgData name="Alicia Esparza" userId="65b59e52a21d66fc" providerId="LiveId" clId="{77D9749F-2829-4DDA-8524-4437C1C304D6}" dt="2026-04-04T22:44:35.560" v="16" actId="478"/>
          <ac:spMkLst>
            <pc:docMk/>
            <pc:sldMk cId="1183928205" sldId="336"/>
            <ac:spMk id="3" creationId="{6886CE3E-5D84-A847-9C12-3CDDACEDC36F}"/>
          </ac:spMkLst>
        </pc:spChg>
        <pc:spChg chg="add mod">
          <ac:chgData name="Alicia Esparza" userId="65b59e52a21d66fc" providerId="LiveId" clId="{77D9749F-2829-4DDA-8524-4437C1C304D6}" dt="2026-04-04T22:44:32.187" v="15" actId="478"/>
          <ac:spMkLst>
            <pc:docMk/>
            <pc:sldMk cId="1183928205" sldId="336"/>
            <ac:spMk id="6" creationId="{98E8936E-1A41-3DD9-21D6-F4C1A4C38268}"/>
          </ac:spMkLst>
        </pc:spChg>
        <pc:spChg chg="add mod">
          <ac:chgData name="Alicia Esparza" userId="65b59e52a21d66fc" providerId="LiveId" clId="{77D9749F-2829-4DDA-8524-4437C1C304D6}" dt="2026-04-04T22:44:35.560" v="16" actId="478"/>
          <ac:spMkLst>
            <pc:docMk/>
            <pc:sldMk cId="1183928205" sldId="336"/>
            <ac:spMk id="10" creationId="{C31BB7C2-1DE0-7DD8-EF63-AEC95677A649}"/>
          </ac:spMkLst>
        </pc:spChg>
        <pc:spChg chg="del">
          <ac:chgData name="Alicia Esparza" userId="65b59e52a21d66fc" providerId="LiveId" clId="{77D9749F-2829-4DDA-8524-4437C1C304D6}" dt="2026-04-04T22:44:32.187" v="15" actId="478"/>
          <ac:spMkLst>
            <pc:docMk/>
            <pc:sldMk cId="1183928205" sldId="336"/>
            <ac:spMk id="11" creationId="{F5A60623-B2C7-8E17-A7C3-29D6656247A9}"/>
          </ac:spMkLst>
        </pc:spChg>
        <pc:spChg chg="add mod">
          <ac:chgData name="Alicia Esparza" userId="65b59e52a21d66fc" providerId="LiveId" clId="{77D9749F-2829-4DDA-8524-4437C1C304D6}" dt="2026-04-04T22:44:37.875" v="17" actId="478"/>
          <ac:spMkLst>
            <pc:docMk/>
            <pc:sldMk cId="1183928205" sldId="336"/>
            <ac:spMk id="13" creationId="{442201AF-C917-1616-A0BC-878E3F47A53B}"/>
          </ac:spMkLst>
        </pc:spChg>
        <pc:picChg chg="del">
          <ac:chgData name="Alicia Esparza" userId="65b59e52a21d66fc" providerId="LiveId" clId="{77D9749F-2829-4DDA-8524-4437C1C304D6}" dt="2026-04-04T22:44:37.875" v="17" actId="478"/>
          <ac:picMkLst>
            <pc:docMk/>
            <pc:sldMk cId="1183928205" sldId="336"/>
            <ac:picMk id="9" creationId="{D347BC6E-4918-575B-1693-7E876CDA51AB}"/>
          </ac:picMkLst>
        </pc:picChg>
      </pc:sldChg>
      <pc:sldChg chg="del">
        <pc:chgData name="Alicia Esparza" userId="65b59e52a21d66fc" providerId="LiveId" clId="{77D9749F-2829-4DDA-8524-4437C1C304D6}" dt="2026-04-04T22:44:25.145" v="12" actId="47"/>
        <pc:sldMkLst>
          <pc:docMk/>
          <pc:sldMk cId="1998095128" sldId="342"/>
        </pc:sldMkLst>
      </pc:sldChg>
      <pc:sldChg chg="del">
        <pc:chgData name="Alicia Esparza" userId="65b59e52a21d66fc" providerId="LiveId" clId="{77D9749F-2829-4DDA-8524-4437C1C304D6}" dt="2026-04-04T22:44:23.405" v="2" actId="47"/>
        <pc:sldMkLst>
          <pc:docMk/>
          <pc:sldMk cId="1729939277" sldId="34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1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06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0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4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60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14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32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0" y="0"/>
            <a:ext cx="12192000" cy="6830291"/>
            <a:chOff x="0" y="36944"/>
            <a:chExt cx="12192000" cy="6830291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923122"/>
              <a:ext cx="3398808" cy="944113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14"/>
            <a:srcRect t="2425" r="9327" b="8683"/>
            <a:stretch>
              <a:fillRect/>
            </a:stretch>
          </p:blipFill>
          <p:spPr>
            <a:xfrm>
              <a:off x="10170543" y="5702060"/>
              <a:ext cx="2021457" cy="1164201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15"/>
            <a:srcRect l="5343" r="9166"/>
            <a:stretch>
              <a:fillRect/>
            </a:stretch>
          </p:blipFill>
          <p:spPr>
            <a:xfrm>
              <a:off x="9744360" y="36944"/>
              <a:ext cx="2364510" cy="1057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715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F5ED79-44F4-E4D4-CA0C-0D3FE7DF5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92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21E074-37EF-7BF8-0A3E-E156025B9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106" y="114298"/>
            <a:ext cx="1467983" cy="194408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01D1F71-8566-3A82-6CC0-920418E90F4D}"/>
              </a:ext>
            </a:extLst>
          </p:cNvPr>
          <p:cNvSpPr/>
          <p:nvPr/>
        </p:nvSpPr>
        <p:spPr>
          <a:xfrm>
            <a:off x="5218579" y="2446298"/>
            <a:ext cx="6049178" cy="1200329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600" b="1" spc="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debo saber sobre SARAMPIÓN?</a:t>
            </a:r>
            <a:endParaRPr lang="es-MX" sz="3600" b="1" spc="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890051-12D8-F5FC-C079-11C9F1E7FCF1}"/>
              </a:ext>
            </a:extLst>
          </p:cNvPr>
          <p:cNvSpPr/>
          <p:nvPr/>
        </p:nvSpPr>
        <p:spPr>
          <a:xfrm rot="10800000">
            <a:off x="4694908" y="4411702"/>
            <a:ext cx="7182196" cy="872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743168-AE1B-1BD3-1B0D-E94B43A6CCD5}"/>
              </a:ext>
            </a:extLst>
          </p:cNvPr>
          <p:cNvSpPr/>
          <p:nvPr/>
        </p:nvSpPr>
        <p:spPr>
          <a:xfrm>
            <a:off x="4943332" y="4498986"/>
            <a:ext cx="6599672" cy="1200329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Salud Pública</a:t>
            </a:r>
          </a:p>
          <a:p>
            <a:pPr algn="ctr"/>
            <a:r>
              <a:rPr lang="es-MX" sz="2400" spc="-15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Subdirección de Epidemiología y Medicina Preventiva</a:t>
            </a:r>
          </a:p>
          <a:p>
            <a:pPr algn="ctr"/>
            <a:r>
              <a:rPr lang="es-MX" sz="2400" spc="-15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Vigilancia Epidemiológica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441D40D-610F-04CF-ED97-65DE1D26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1" y="114299"/>
            <a:ext cx="4452258" cy="15813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D859D3-D4F9-EAC9-D434-307BEAE5A9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6" y="1144107"/>
            <a:ext cx="4285130" cy="33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7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8B92-C45F-629F-BCFC-A50DE924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1C8DCB2-2D2D-564A-B35B-DB26C17AFD66}"/>
              </a:ext>
            </a:extLst>
          </p:cNvPr>
          <p:cNvSpPr/>
          <p:nvPr/>
        </p:nvSpPr>
        <p:spPr>
          <a:xfrm>
            <a:off x="4356847" y="5677593"/>
            <a:ext cx="3281082" cy="56184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3F3C18-8456-1015-0D9C-921F7057DB17}"/>
              </a:ext>
            </a:extLst>
          </p:cNvPr>
          <p:cNvSpPr txBox="1"/>
          <p:nvPr/>
        </p:nvSpPr>
        <p:spPr>
          <a:xfrm>
            <a:off x="2962835" y="6251845"/>
            <a:ext cx="6266329" cy="2550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000" dirty="0"/>
              <a:t>Fuente: SSA/DGE/DVEET/Sistema Especial de Vigilancia Epidemiológica de Enfermedad Febril Exantemática. 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E8936E-1A41-3DD9-21D6-F4C1A4C382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C31BB7C2-1DE0-7DD8-EF63-AEC95677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442201AF-C917-1616-A0BC-878E3F47A5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3928205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9429</TotalTime>
  <Words>39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2_Tema de Office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Alicia Esparza</cp:lastModifiedBy>
  <cp:revision>1331</cp:revision>
  <dcterms:created xsi:type="dcterms:W3CDTF">2025-08-07T16:21:48Z</dcterms:created>
  <dcterms:modified xsi:type="dcterms:W3CDTF">2026-04-04T22:44:42Z</dcterms:modified>
</cp:coreProperties>
</file>