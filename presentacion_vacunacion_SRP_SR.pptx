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Análisis Comparativo de Vacunación SRP-SR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Comparativa de Dosis Registradas 2025 - 2026</a:t>
            </a:r>
          </a:p>
          <a:p>
            <a:r>
              <a:t>Fuente: CENSIA / SRP-SR</a:t>
            </a:r>
          </a:p>
          <a:p>
            <a:r>
              <a:t>Fecha de corte: 20 de Abril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de Dosis Totales por Año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22860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Año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 Dosis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175,602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437,193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Dosis Diarias Registradas (Comparativa)</a:t>
            </a:r>
          </a:p>
        </p:txBody>
      </p:sp>
      <p:pic>
        <p:nvPicPr>
          <p:cNvPr id="3" name="Picture 2" descr="chart_daily_do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Avance Acumulado de Dosis</a:t>
            </a:r>
          </a:p>
        </p:txBody>
      </p:sp>
      <p:pic>
        <p:nvPicPr>
          <p:cNvPr id="3" name="Picture 2" descr="chart_cumulative_do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Fuente y Metodología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Datos extraídos del Sistema de Seguimiento SRP-SR de CENSIA.</a:t>
            </a:r>
          </a:p>
          <a:p>
            <a:r>
              <a:t>• Incluye dosis registradas de SRP (1ra y 2da) y SR (1ra y 2da).</a:t>
            </a:r>
          </a:p>
          <a:p>
            <a:r>
              <a:t>• Periodo analizado: 2025 completo vs 2026 (corte al 20 de abril).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