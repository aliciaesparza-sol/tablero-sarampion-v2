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Informe de Productividad SRP-SR (2025-2026)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Análisis de Jornadas Pico y Avance Comparativo</a:t>
            </a:r>
          </a:p>
          <a:p>
            <a:r>
              <a:t>Versión Ejecutiva v3</a:t>
            </a:r>
          </a:p>
          <a:p>
            <a:r>
              <a:t>Fecha: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Días de Mayor Registro (2026)</a:t>
            </a:r>
          </a:p>
        </p:txBody>
      </p:sp>
      <p:pic>
        <p:nvPicPr>
          <p:cNvPr id="3" name="Picture 2" descr="chart_top_days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Explicación: Este gráfico identifica las fechas de mayor intensidad operativa en 2026. Los picos reflejan días de intensificación de campañas o cierres de información.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Mensual: Comparativa Estratégica</a:t>
            </a:r>
          </a:p>
        </p:txBody>
      </p:sp>
      <p:pic>
        <p:nvPicPr>
          <p:cNvPr id="3" name="Picture 2" descr="chart_monthly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Explicación: Contraste de volumen mensual. Permite evaluar si el ritmo de 2026 supera al de 2025 en los meses iniciales del año.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Histórico Diario: Fluctuación de Carga</a:t>
            </a:r>
          </a:p>
        </p:txBody>
      </p:sp>
      <p:pic>
        <p:nvPicPr>
          <p:cNvPr id="3" name="Picture 2" descr="chart_daily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Explicación: Análisis de la regularidad de los registros diarios. Identifica la consistencia en el reporte de dosis.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Curva de Avance Acumulado</a:t>
            </a:r>
          </a:p>
        </p:txBody>
      </p:sp>
      <p:pic>
        <p:nvPicPr>
          <p:cNvPr id="3" name="Picture 2" descr="chart_cumulative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Explicación: Comparativa del logro total. La trayectoria acumulada muestra el cumplimiento de la meta anual respecto al año anterior.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