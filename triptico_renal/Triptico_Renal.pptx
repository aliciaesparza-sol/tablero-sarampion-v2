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457200"/>
            <a:ext cx="3380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004080"/>
                </a:solidFill>
              </a:defRPr>
            </a:pPr>
            <a:r>
              <a:t>¿QUÉ 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Es la pérdida progresiva e irreversible de la función renal.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Impide eliminar desechos y líquidos adecuadamente.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2286000"/>
            <a:ext cx="3380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004080"/>
                </a:solidFill>
              </a:defRPr>
            </a:pPr>
            <a:r>
              <a:t>PRINCIPALES CAUSAS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83464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Diabetes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0040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Hipertensión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56616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Infecciones urinarias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93192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Medicamentos nefrotóxicos</a:t>
            </a:r>
          </a:p>
        </p:txBody>
      </p:sp>
      <p:pic>
        <p:nvPicPr>
          <p:cNvPr id="10" name="Picture 9" descr="lifesty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029200"/>
            <a:ext cx="274320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4552" y="457200"/>
            <a:ext cx="3380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004080"/>
                </a:solidFill>
              </a:defRPr>
            </a:pPr>
            <a:r>
              <a:t>SIGNOS Y SÍNTOMAS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7432" y="100584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Cansancio y debilidad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37432" y="137160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Cambios en la orina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7432" y="173736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Edema en pies o rostro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37432" y="210312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Náuseas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7432" y="246888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Comezón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37432" y="283464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Palidez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17664" y="457200"/>
            <a:ext cx="3380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004080"/>
                </a:solidFill>
              </a:defRPr>
            </a:pPr>
            <a:r>
              <a:t>CUIDADOS DE ENFERMERÍA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0544" y="100584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Control de signos vitales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0544" y="137160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Balance hídrico estricto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0544" y="173736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Peso diario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0544" y="210312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Administración correcta de medicamentos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0544" y="246888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Vigilancia de complicaciones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0544" y="283464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Prevención de infecciones</a:t>
            </a:r>
          </a:p>
        </p:txBody>
      </p:sp>
      <p:pic>
        <p:nvPicPr>
          <p:cNvPr id="25" name="Picture 24" descr="nur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424" y="50292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457200"/>
            <a:ext cx="3380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004080"/>
                </a:solidFill>
              </a:defRPr>
            </a:pPr>
            <a:r>
              <a:t>EDUCACIÓN AL PACIENTE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Apego al tratamiento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Dieta baja en 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No automedicarse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10312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Asistir a consultas y laboratorios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46888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Reconocer signos de alarma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4552" y="457200"/>
            <a:ext cx="3380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004080"/>
                </a:solidFill>
              </a:defRPr>
            </a:pPr>
            <a:r>
              <a:t>¿CUÁNDO ACUDIR AL</a:t>
            </a:r>
            <a:br/>
            <a:r>
              <a:t>SERVICIO DE SALUD?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37432" y="100584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Disminución importante de la orina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37432" y="137160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Dificultad para respirar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37432" y="173736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Hinchazón excesiva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7432" y="210312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Dolor intenso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37432" y="246888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Náuseas o vómitos persistentes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4552" y="6400800"/>
            <a:ext cx="3380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La atención oportuna mejora la calidad de vida.</a:t>
            </a:r>
          </a:p>
        </p:txBody>
      </p:sp>
      <p:pic>
        <p:nvPicPr>
          <p:cNvPr id="15" name="Picture 14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6224" y="0"/>
            <a:ext cx="3563112" cy="75620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09104" y="457200"/>
            <a:ext cx="3197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3000">
                <a:solidFill>
                  <a:srgbClr val="FFFFFF"/>
                </a:solidFill>
              </a:defRPr>
            </a:pPr>
            <a:r>
              <a:t>ENFERMEDAD RENAL</a:t>
            </a:r>
            <a:br/>
            <a:r>
              <a:t>CRÓNICA</a:t>
            </a:r>
          </a:p>
          <a:p>
            <a:pPr algn="ctr">
              <a:defRPr sz="1800">
                <a:solidFill>
                  <a:srgbClr val="C8C8C8"/>
                </a:solidFill>
              </a:defRPr>
            </a:pPr>
            <a:r>
              <a:t>Cuidados de Enfermería</a:t>
            </a:r>
          </a:p>
          <a:p>
            <a:br/>
            <a:pPr algn="ctr">
              <a:defRPr sz="1200">
                <a:solidFill>
                  <a:srgbClr val="FFFFFF"/>
                </a:solidFill>
              </a:defRPr>
            </a:pPr>
            <a:r>
              <a:t>Prevención • Atención • Educación</a:t>
            </a:r>
          </a:p>
          <a:p>
            <a:br/>
            <a:pPr algn="ctr">
              <a:defRPr sz="1400">
                <a:solidFill>
                  <a:srgbClr val="FFFFFF"/>
                </a:solidFill>
              </a:defRPr>
            </a:pPr>
            <a:r>
              <a:t>Alumna:</a:t>
            </a:r>
            <a:br/>
            <a:r>
              <a:t>Myriam Machado Arreola</a:t>
            </a:r>
          </a:p>
          <a:p>
            <a:br/>
            <a:pPr algn="ctr">
              <a:defRPr sz="1200">
                <a:solidFill>
                  <a:srgbClr val="C8C8C8"/>
                </a:solidFill>
              </a:defRPr>
            </a:pPr>
            <a:r>
              <a:t>Servicio de Enfermería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